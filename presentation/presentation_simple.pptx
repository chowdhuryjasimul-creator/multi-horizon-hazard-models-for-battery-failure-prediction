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1A"/>
                </a:solidFill>
                <a:latin typeface="Calibri"/>
              </a:defRPr>
            </a:pPr>
            <a:r>
              <a:t>Multi-Horizon Hazard Models for</a:t>
            </a:r>
            <a:br/>
            <a:r>
              <a:t>Battery Failure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Calibri"/>
              </a:defRPr>
            </a:pPr>
            <a:r>
              <a:t>Can we predict battery failure across different chemistries?</a:t>
            </a:r>
            <a:br/>
            <a:br/>
            <a:r>
              <a:t>[Author Name] · [Affiliation]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881360" cy="254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A1A1A"/>
                </a:solidFill>
                <a:latin typeface="Calibri"/>
              </a:defRPr>
            </a:pPr>
            <a:r>
              <a:t>Batteries fail over time — we want to predict failure before it happens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This helps EVs, phones, and grid storage operate safely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Previous work tested only ONE battery type (LCO laptop batteries)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Question 1: Do different AI models give different results?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Question 2: Can we train on one chemistry and predict on another?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What Does "Failure" Mean?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881360" cy="254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A1A1A"/>
                </a:solidFill>
                <a:latin typeface="Calibri"/>
              </a:defRPr>
            </a:pPr>
            <a:r>
              <a:t>We check two vital signs, like a doctor checking health: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  1. State-of-Health (SOH) — battery capacity dropped below 80%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  2. Voltage Sag — power drops suddenly before capacity fades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Either one triggered = "failure" label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Once triggered, stays triggered — batteries don't heal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The Batteries We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881360" cy="254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A1A1A"/>
                </a:solidFill>
                <a:latin typeface="Calibri"/>
              </a:defRPr>
            </a:pPr>
            <a:r>
              <a:t>NASA 18650: 37 LCO cells (laptop chemistry), ~300 cycles each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CALCE LCO/CX2: 7 LCO cells, 775–1952 cycles each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Oxford LFP: 5 LFP cells (EV chemistry), ~300 cycles each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LCO → test. LFP → test. Train on LCO, predict LFP? That's the key question.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How We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881360" cy="254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A1A1A"/>
                </a:solidFill>
                <a:latin typeface="Calibri"/>
              </a:defRPr>
            </a:pPr>
            <a:r>
              <a:t>Three AI models: XGBoost, LightGBM, Random Forest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Four prediction windows: 10, 20, 30, 50 cycles ahead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Two calibration methods: isotonic (freehand) vs Platt (smooth curve)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⚠ Critical: test with SOH feature AND without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Finding 1: Works on Known Batteries</a:t>
            </a:r>
          </a:p>
        </p:txBody>
      </p:sp>
      <p:pic>
        <p:nvPicPr>
          <p:cNvPr id="3" name="Picture 2" descr="Fig01_Within_Dataset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6203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All three models score AUC ≥ 0.85 on NASA and CALCE — the framework is reliable on familiar chemistries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Finding 2: Longer Windows = Easier</a:t>
            </a:r>
          </a:p>
        </p:txBody>
      </p:sp>
      <p:pic>
        <p:nvPicPr>
          <p:cNvPr id="3" name="Picture 2" descr="Fig05_MultiHorizon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65266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Predicting 50 cycles ahead is easier than 10 — more time gives more data to work with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Finding 3: Getting Probabilities Right</a:t>
            </a:r>
          </a:p>
        </p:txBody>
      </p:sp>
      <p:pic>
        <p:nvPicPr>
          <p:cNvPr id="3" name="Picture 2" descr="Fig02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35889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Platt calibration (solid lines) always beats isotonic (dashed). Especially important for CALCE.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Why Platt Calibration is Better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881360" cy="254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A1A1A"/>
                </a:solidFill>
                <a:latin typeface="Calibri"/>
              </a:defRPr>
            </a:pPr>
            <a:r>
              <a:t>Think of isotonic as drawing a freehand squiggle to fit the data: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  • Follows every bump — works fine on small, clean datasets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  • But overfits on messy, long-tailed data (like CALCE's 8733 cycles)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Platt uses a smooth S-curve instead: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  • Like taking a step back and seeing the big picture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  • More robust — it doesn't chase noise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CALCE Brier: isotonic 0.098 → Platt 0.069 (30% improvement)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Finding 4a: Looks Like It Works...</a:t>
            </a:r>
          </a:p>
        </p:txBody>
      </p:sp>
      <p:pic>
        <p:nvPicPr>
          <p:cNvPr id="3" name="Picture 2" descr="Fig03_CrossChem_With_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56806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With SOH, AUC hits 0.87–1.00 — looks like the model transfers perfectly from LCO to LFP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Finding 4b: ...But It's a Trick</a:t>
            </a:r>
          </a:p>
        </p:txBody>
      </p:sp>
      <p:pic>
        <p:nvPicPr>
          <p:cNvPr id="3" name="Picture 2" descr="Fig04_CrossChem_No_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55865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Without SOH, AUC collapses to 0.51–0.54 — the model was 'cheating' using SOH as a shortcut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The "SOH Lookup Table"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881360" cy="254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A1A1A"/>
                </a:solidFill>
                <a:latin typeface="Calibri"/>
              </a:defRPr>
            </a:pPr>
            <a:r>
              <a:t>When the model has SOH, it learns this rule: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  "SOH = 85% → about 50 more cycles before failure"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It memorizes this from LCO training data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LFP batteries happen to have similar SOH values...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...so the model applies the same wrong rule to LFP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Result: predictions look good (high AUC)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But: the model learned nothing about LFP itself — just reused a lookup 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What This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881360" cy="254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1A1A"/>
                </a:solidFill>
                <a:latin typeface="Calibri"/>
              </a:defRPr>
            </a:pPr>
            <a:r>
              <a:t>The hazard framework works reliably</a:t>
            </a:r>
            <a:br/>
            <a:r>
              <a:t>within the same battery chemistry</a:t>
            </a:r>
            <a:br/>
            <a:r>
              <a:t>(AUC ≥ 0.85).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But cross-chemistry transfer is an unsolved problem.</a:t>
            </a:r>
            <a:br/>
            <a:r>
              <a:t>You cannot train on LCO and deploy on LFP without</a:t>
            </a:r>
            <a:br/>
            <a:r>
              <a:t>good features that actually transfer.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Caveats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881360" cy="254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A1A1A"/>
                </a:solidFill>
                <a:latin typeface="Calibri"/>
              </a:defRPr>
            </a:pPr>
            <a:r>
              <a:t>Oxford LFP: only 5 cells — small sample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Tested one direction only (LCO → LFP)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Tree-based models only — deep learning might do better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Voltage sag useless for LFP (flat voltage plateau)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Published Brier scores could not be reproduced (code mismatch)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881360" cy="254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A1A1A"/>
                </a:solidFill>
                <a:latin typeface="Calibri"/>
              </a:defRPr>
            </a:pPr>
            <a:r>
              <a:t>Test on larger datasets with more battery types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Design features that are "chemistry-agnostic"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Try deep learning (LSTM, transformers)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1A1A1A"/>
                </a:solidFill>
                <a:latin typeface="Calibri"/>
              </a:defRPr>
            </a:pPr>
            <a:r>
              <a:t>Test both directions: LCO→LFP AND LFP→LCO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